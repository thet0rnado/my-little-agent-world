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20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38144"/>
            <a:ext cx="54864" cy="54864"/>
          </a:xfrm>
          <a:prstGeom prst="rect">
            <a:avLst/>
          </a:prstGeom>
          <a:solidFill>
            <a:srgbClr val="00F5FF">
              <a:alpha val="20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54864" cy="54864"/>
          </a:xfrm>
          <a:prstGeom prst="rect">
            <a:avLst/>
          </a:prstGeom>
          <a:solidFill>
            <a:srgbClr val="00F5FF">
              <a:alpha val="13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57200" y="429768"/>
            <a:ext cx="54864" cy="54864"/>
          </a:xfrm>
          <a:prstGeom prst="rect">
            <a:avLst/>
          </a:prstGeom>
          <a:solidFill>
            <a:srgbClr val="00F5FF">
              <a:alpha val="27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57200" y="3008376"/>
            <a:ext cx="54864" cy="54864"/>
          </a:xfrm>
          <a:prstGeom prst="rect">
            <a:avLst/>
          </a:prstGeom>
          <a:solidFill>
            <a:srgbClr val="00F5FF">
              <a:alpha val="13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371600" y="429768"/>
            <a:ext cx="54864" cy="54864"/>
          </a:xfrm>
          <a:prstGeom prst="rect">
            <a:avLst/>
          </a:prstGeom>
          <a:solidFill>
            <a:srgbClr val="00F5FF">
              <a:alpha val="24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371600" y="1719072"/>
            <a:ext cx="54864" cy="54864"/>
          </a:xfrm>
          <a:prstGeom prst="rect">
            <a:avLst/>
          </a:prstGeom>
          <a:solidFill>
            <a:srgbClr val="00F5FF">
              <a:alpha val="11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371600" y="4297680"/>
            <a:ext cx="54864" cy="54864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828800" y="1719072"/>
            <a:ext cx="54864" cy="54864"/>
          </a:xfrm>
          <a:prstGeom prst="rect">
            <a:avLst/>
          </a:prstGeom>
          <a:solidFill>
            <a:srgbClr val="00F5FF">
              <a:alpha val="2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828800" y="3867912"/>
            <a:ext cx="54864" cy="54864"/>
          </a:xfrm>
          <a:prstGeom prst="rect">
            <a:avLst/>
          </a:prstGeom>
          <a:solidFill>
            <a:srgbClr val="00F5FF">
              <a:alpha val="29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2286000" y="429768"/>
            <a:ext cx="54864" cy="54864"/>
          </a:xfrm>
          <a:prstGeom prst="rect">
            <a:avLst/>
          </a:prstGeom>
          <a:solidFill>
            <a:srgbClr val="00F5FF">
              <a:alpha val="1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2743200" y="3438144"/>
            <a:ext cx="54864" cy="54864"/>
          </a:xfrm>
          <a:prstGeom prst="rect">
            <a:avLst/>
          </a:prstGeom>
          <a:solidFill>
            <a:srgbClr val="00F5FF">
              <a:alpha val="11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200400" y="0"/>
            <a:ext cx="54864" cy="54864"/>
          </a:xfrm>
          <a:prstGeom prst="rect">
            <a:avLst/>
          </a:prstGeom>
          <a:solidFill>
            <a:srgbClr val="00F5FF">
              <a:alpha val="22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114800" y="0"/>
            <a:ext cx="54864" cy="54864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572000" y="859536"/>
            <a:ext cx="54864" cy="54864"/>
          </a:xfrm>
          <a:prstGeom prst="rect">
            <a:avLst/>
          </a:prstGeom>
          <a:solidFill>
            <a:srgbClr val="00F5FF">
              <a:alpha val="19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572000" y="1289304"/>
            <a:ext cx="54864" cy="54864"/>
          </a:xfrm>
          <a:prstGeom prst="rect">
            <a:avLst/>
          </a:prstGeom>
          <a:solidFill>
            <a:srgbClr val="00F5FF">
              <a:alpha val="10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572000" y="1719072"/>
            <a:ext cx="54864" cy="54864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029200" y="859536"/>
            <a:ext cx="54864" cy="54864"/>
          </a:xfrm>
          <a:prstGeom prst="rect">
            <a:avLst/>
          </a:prstGeom>
          <a:solidFill>
            <a:srgbClr val="00F5FF">
              <a:alpha val="1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029200" y="1289304"/>
            <a:ext cx="54864" cy="54864"/>
          </a:xfrm>
          <a:prstGeom prst="rect">
            <a:avLst/>
          </a:prstGeom>
          <a:solidFill>
            <a:srgbClr val="00F5FF">
              <a:alpha val="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029200" y="2148840"/>
            <a:ext cx="54864" cy="54864"/>
          </a:xfrm>
          <a:prstGeom prst="rect">
            <a:avLst/>
          </a:prstGeom>
          <a:solidFill>
            <a:srgbClr val="00F5FF">
              <a:alpha val="29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486400" y="429768"/>
            <a:ext cx="54864" cy="54864"/>
          </a:xfrm>
          <a:prstGeom prst="rect">
            <a:avLst/>
          </a:prstGeom>
          <a:solidFill>
            <a:srgbClr val="00F5FF">
              <a:alpha val="2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943600" y="429768"/>
            <a:ext cx="54864" cy="54864"/>
          </a:xfrm>
          <a:prstGeom prst="rect">
            <a:avLst/>
          </a:prstGeom>
          <a:solidFill>
            <a:srgbClr val="00F5FF">
              <a:alpha val="14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943600" y="2148840"/>
            <a:ext cx="54864" cy="54864"/>
          </a:xfrm>
          <a:prstGeom prst="rect">
            <a:avLst/>
          </a:prstGeom>
          <a:solidFill>
            <a:srgbClr val="00F5FF">
              <a:alpha val="29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5943600" y="2578608"/>
            <a:ext cx="54864" cy="54864"/>
          </a:xfrm>
          <a:prstGeom prst="rect">
            <a:avLst/>
          </a:prstGeom>
          <a:solidFill>
            <a:srgbClr val="00F5FF">
              <a:alpha val="28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858000" y="0"/>
            <a:ext cx="54864" cy="54864"/>
          </a:xfrm>
          <a:prstGeom prst="rect">
            <a:avLst/>
          </a:prstGeom>
          <a:solidFill>
            <a:srgbClr val="00F5FF">
              <a:alpha val="28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858000" y="2148840"/>
            <a:ext cx="54864" cy="54864"/>
          </a:xfrm>
          <a:prstGeom prst="rect">
            <a:avLst/>
          </a:prstGeom>
          <a:solidFill>
            <a:srgbClr val="00F5FF">
              <a:alpha val="14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6858000" y="3008376"/>
            <a:ext cx="54864" cy="54864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7315200" y="2578608"/>
            <a:ext cx="54864" cy="54864"/>
          </a:xfrm>
          <a:prstGeom prst="rect">
            <a:avLst/>
          </a:prstGeom>
          <a:solidFill>
            <a:srgbClr val="00F5FF">
              <a:alpha val="23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7772400" y="2578608"/>
            <a:ext cx="54864" cy="54864"/>
          </a:xfrm>
          <a:prstGeom prst="rect">
            <a:avLst/>
          </a:prstGeom>
          <a:solidFill>
            <a:srgbClr val="00F5FF">
              <a:alpha val="1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7772400" y="4727448"/>
            <a:ext cx="54864" cy="54864"/>
          </a:xfrm>
          <a:prstGeom prst="rect">
            <a:avLst/>
          </a:prstGeom>
          <a:solidFill>
            <a:srgbClr val="00F5FF">
              <a:alpha val="14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8229600" y="2148840"/>
            <a:ext cx="54864" cy="54864"/>
          </a:xfrm>
          <a:prstGeom prst="rect">
            <a:avLst/>
          </a:prstGeom>
          <a:solidFill>
            <a:srgbClr val="00F5FF">
              <a:alpha val="27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8229600" y="3008376"/>
            <a:ext cx="54864" cy="54864"/>
          </a:xfrm>
          <a:prstGeom prst="rect">
            <a:avLst/>
          </a:prstGeom>
          <a:solidFill>
            <a:srgbClr val="00F5FF">
              <a:alpha val="2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8229600" y="3867912"/>
            <a:ext cx="54864" cy="54864"/>
          </a:xfrm>
          <a:prstGeom prst="rect">
            <a:avLst/>
          </a:prstGeom>
          <a:solidFill>
            <a:srgbClr val="00F5FF">
              <a:alpha val="29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8686800" y="429768"/>
            <a:ext cx="54864" cy="54864"/>
          </a:xfrm>
          <a:prstGeom prst="rect">
            <a:avLst/>
          </a:prstGeom>
          <a:solidFill>
            <a:srgbClr val="00F5FF">
              <a:alpha val="1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8686800" y="1289304"/>
            <a:ext cx="54864" cy="54864"/>
          </a:xfrm>
          <a:prstGeom prst="rect">
            <a:avLst/>
          </a:prstGeom>
          <a:solidFill>
            <a:srgbClr val="00F5FF">
              <a:alpha val="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8686800" y="1719072"/>
            <a:ext cx="54864" cy="54864"/>
          </a:xfrm>
          <a:prstGeom prst="rect">
            <a:avLst/>
          </a:prstGeom>
          <a:solidFill>
            <a:srgbClr val="00F5FF">
              <a:alpha val="7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8686800" y="4727448"/>
            <a:ext cx="54864" cy="54864"/>
          </a:xfrm>
          <a:prstGeom prst="rect">
            <a:avLst/>
          </a:prstGeom>
          <a:solidFill>
            <a:srgbClr val="00F5FF">
              <a:alpha val="19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LITTLE</a:t>
            </a: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10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WORLD</a:t>
            </a:r>
            <a:endParaRPr lang="en-US" sz="8000" dirty="0"/>
          </a:p>
        </p:txBody>
      </p:sp>
      <p:sp>
        <p:nvSpPr>
          <p:cNvPr id="40" name="Text 38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мира с автономными агентами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828800" y="3749040"/>
            <a:ext cx="1371600" cy="914400"/>
          </a:xfrm>
          <a:prstGeom prst="rect">
            <a:avLst/>
          </a:prstGeom>
          <a:solidFill>
            <a:srgbClr val="39FF14">
              <a:alpha val="25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18288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2880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60%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86200" y="3749040"/>
            <a:ext cx="1371600" cy="914400"/>
          </a:xfrm>
          <a:prstGeom prst="rect">
            <a:avLst/>
          </a:prstGeom>
          <a:solidFill>
            <a:srgbClr val="00F5FF">
              <a:alpha val="25000"/>
            </a:srgbClr>
          </a:solidFill>
          <a:ln w="19050">
            <a:solidFill>
              <a:srgbClr val="00F5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38862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8620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60%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43600" y="3749040"/>
            <a:ext cx="1371600" cy="914400"/>
          </a:xfrm>
          <a:prstGeom prst="rect">
            <a:avLst/>
          </a:prstGeom>
          <a:solidFill>
            <a:srgbClr val="B44FFF">
              <a:alpha val="25000"/>
            </a:srgbClr>
          </a:solidFill>
          <a:ln w="19050">
            <a:solidFill>
              <a:srgbClr val="B44F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9436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4360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60%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 ПРОЕКТЕ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такое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World?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2148840"/>
            <a:ext cx="485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Пиксельный</a:t>
            </a:r>
            <a:r>
              <a:rPr lang="en-US" sz="15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</a:t>
            </a:r>
            <a:r>
              <a:rPr lang="ru-RU" sz="15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5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где живут три автономных агента. Они реагируют на мировые новости, разговаривают между собой и меняют настроение в реальном времени.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0" y="548640"/>
            <a:ext cx="1737360" cy="1737360"/>
          </a:xfrm>
          <a:prstGeom prst="rect">
            <a:avLst/>
          </a:prstGeom>
          <a:solidFill>
            <a:srgbClr val="111133"/>
          </a:solidFill>
          <a:ln w="19050">
            <a:solidFill>
              <a:srgbClr val="00F5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394960" y="777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9496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с картой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548640"/>
            <a:ext cx="1737360" cy="1737360"/>
          </a:xfrm>
          <a:prstGeom prst="rect">
            <a:avLst/>
          </a:prstGeom>
          <a:solidFill>
            <a:srgbClr val="111133"/>
          </a:solidFill>
          <a:ln w="19050">
            <a:solidFill>
              <a:srgbClr val="39FF14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315200" y="777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агента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651760"/>
            <a:ext cx="1737360" cy="1737360"/>
          </a:xfrm>
          <a:prstGeom prst="rect">
            <a:avLst/>
          </a:prstGeom>
          <a:solidFill>
            <a:srgbClr val="111133"/>
          </a:solidFill>
          <a:ln w="19050">
            <a:solidFill>
              <a:srgbClr val="FF2D78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39496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39496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на новости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651760"/>
            <a:ext cx="1737360" cy="1737360"/>
          </a:xfrm>
          <a:prstGeom prst="rect">
            <a:avLst/>
          </a:prstGeom>
          <a:solidFill>
            <a:srgbClr val="111133"/>
          </a:solidFill>
          <a:ln w="19050">
            <a:solidFill>
              <a:srgbClr val="FFE600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3152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1520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Тематические разговоры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Микросервисная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918387"/>
            <a:ext cx="2011680" cy="914400"/>
          </a:xfrm>
          <a:prstGeom prst="rect">
            <a:avLst/>
          </a:prstGeom>
          <a:solidFill>
            <a:srgbClr val="111133"/>
          </a:solidFill>
          <a:ln w="19050">
            <a:solidFill>
              <a:srgbClr val="FFE600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296410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agent-world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(фронт)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8531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824953"/>
            <a:ext cx="2011680" cy="914400"/>
          </a:xfrm>
          <a:prstGeom prst="rect">
            <a:avLst/>
          </a:prstGeom>
          <a:solidFill>
            <a:srgbClr val="111133"/>
          </a:solidFill>
          <a:ln w="19050">
            <a:solidFill>
              <a:srgbClr val="00F5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011680" y="187067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world-service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39188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74571" y="3451860"/>
            <a:ext cx="2011680" cy="914400"/>
          </a:xfrm>
          <a:prstGeom prst="rect">
            <a:avLst/>
          </a:prstGeom>
          <a:solidFill>
            <a:srgbClr val="111133"/>
          </a:solidFill>
          <a:ln w="19050">
            <a:solidFill>
              <a:srgbClr val="39FF14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74571" y="34975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74571" y="40187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967047"/>
            <a:ext cx="2011680" cy="914400"/>
          </a:xfrm>
          <a:prstGeom prst="rect">
            <a:avLst/>
          </a:prstGeom>
          <a:solidFill>
            <a:srgbClr val="111133"/>
          </a:solidFill>
          <a:ln w="19050">
            <a:solidFill>
              <a:srgbClr val="B44F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389120" y="201276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53397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531620"/>
            <a:ext cx="2011680" cy="914400"/>
          </a:xfrm>
          <a:prstGeom prst="rect">
            <a:avLst/>
          </a:prstGeom>
          <a:solidFill>
            <a:srgbClr val="111133"/>
          </a:solidFill>
          <a:ln w="19050">
            <a:solidFill>
              <a:srgbClr val="FF2D78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766560" y="15773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0985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:5672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2964107"/>
            <a:ext cx="2011680" cy="914400"/>
          </a:xfrm>
          <a:prstGeom prst="rect">
            <a:avLst/>
          </a:prstGeom>
          <a:solidFill>
            <a:srgbClr val="111133"/>
          </a:solidFill>
          <a:ln w="19050">
            <a:solidFill>
              <a:srgbClr val="4488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760720" y="300982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53103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3329867"/>
            <a:ext cx="36576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023360" y="2282153"/>
            <a:ext cx="365760" cy="0"/>
          </a:xfrm>
          <a:prstGeom prst="line">
            <a:avLst/>
          </a:prstGeom>
          <a:noFill/>
          <a:ln w="19050">
            <a:solidFill>
              <a:srgbClr val="00F5FF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386251" y="3909060"/>
            <a:ext cx="365760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400800" y="1988820"/>
            <a:ext cx="365760" cy="0"/>
          </a:xfrm>
          <a:prstGeom prst="line">
            <a:avLst/>
          </a:prstGeom>
          <a:noFill/>
          <a:ln w="19050">
            <a:solidFill>
              <a:srgbClr val="FF2D78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394960" y="3421307"/>
            <a:ext cx="365760" cy="0"/>
          </a:xfrm>
          <a:prstGeom prst="line">
            <a:avLst/>
          </a:prstGeom>
          <a:noFill/>
          <a:ln w="19050">
            <a:solidFill>
              <a:srgbClr val="4488FF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АГЕНТЫ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Три автономных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агента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743200" cy="3017520"/>
          </a:xfrm>
          <a:prstGeom prst="rect">
            <a:avLst/>
          </a:prstGeom>
          <a:solidFill>
            <a:srgbClr val="111133"/>
          </a:solidFill>
          <a:ln w="25400">
            <a:solidFill>
              <a:srgbClr val="39FF14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🟢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377440" cy="164592"/>
          </a:xfrm>
          <a:prstGeom prst="rect">
            <a:avLst/>
          </a:prstGeom>
          <a:solidFill>
            <a:srgbClr val="1A1A3A"/>
          </a:solidFill>
          <a:ln w="63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426464" cy="164592"/>
          </a:xfrm>
          <a:prstGeom prst="rect">
            <a:avLst/>
          </a:prstGeom>
          <a:solidFill>
            <a:srgbClr val="39FF14">
              <a:alpha val="70000"/>
            </a:srgbClr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743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  60%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лучшее в любой ситуации. Быстро поднимает настроение от хороших новостей.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743200" cy="3017520"/>
          </a:xfrm>
          <a:prstGeom prst="rect">
            <a:avLst/>
          </a:prstGeom>
          <a:solidFill>
            <a:srgbClr val="111133"/>
          </a:solidFill>
          <a:ln w="25400">
            <a:solidFill>
              <a:srgbClr val="00F5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🔵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429000"/>
            <a:ext cx="2377440" cy="164592"/>
          </a:xfrm>
          <a:prstGeom prst="rect">
            <a:avLst/>
          </a:prstGeom>
          <a:solidFill>
            <a:srgbClr val="1A1A3A"/>
          </a:solidFill>
          <a:ln w="635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383280" y="3429000"/>
            <a:ext cx="1426464" cy="164592"/>
          </a:xfrm>
          <a:prstGeom prst="rect">
            <a:avLst/>
          </a:prstGeom>
          <a:solidFill>
            <a:srgbClr val="00F5FF">
              <a:alpha val="70000"/>
            </a:srgbClr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2004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  60%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сомневается. Медленнее реагирует на позитив, зато устойчив к негативу.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743200" cy="3017520"/>
          </a:xfrm>
          <a:prstGeom prst="rect">
            <a:avLst/>
          </a:prstGeom>
          <a:solidFill>
            <a:srgbClr val="111133"/>
          </a:solidFill>
          <a:ln w="25400">
            <a:solidFill>
              <a:srgbClr val="B44F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1264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🟣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1264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264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Философ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429000"/>
            <a:ext cx="2377440" cy="164592"/>
          </a:xfrm>
          <a:prstGeom prst="rect">
            <a:avLst/>
          </a:prstGeom>
          <a:solidFill>
            <a:srgbClr val="1A1A3A"/>
          </a:solidFill>
          <a:ln w="6350">
            <a:solidFill>
              <a:srgbClr val="B44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309360" y="3429000"/>
            <a:ext cx="1426464" cy="164592"/>
          </a:xfrm>
          <a:prstGeom prst="rect">
            <a:avLst/>
          </a:prstGeom>
          <a:solidFill>
            <a:srgbClr val="B44FFF">
              <a:alpha val="70000"/>
            </a:srgbClr>
          </a:solidFill>
          <a:ln w="12700">
            <a:solidFill>
              <a:srgbClr val="B44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1264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  60%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Размышляет над каждым событием. Глубокий и непредсказуемый.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МЕХАНИКА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Как это работает?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2011680" cy="3017520"/>
          </a:xfrm>
          <a:prstGeom prst="rect">
            <a:avLst/>
          </a:prstGeom>
          <a:solidFill>
            <a:srgbClr val="111133"/>
          </a:solidFill>
          <a:ln w="19050">
            <a:solidFill>
              <a:srgbClr val="00F5FF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5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Новость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мировую новость в интерфейс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3200400"/>
            <a:ext cx="182880" cy="0"/>
          </a:xfrm>
          <a:prstGeom prst="line">
            <a:avLst/>
          </a:prstGeom>
          <a:noFill/>
          <a:ln w="254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2011680" cy="3017520"/>
          </a:xfrm>
          <a:prstGeom prst="rect">
            <a:avLst/>
          </a:prstGeom>
          <a:solidFill>
            <a:srgbClr val="111133"/>
          </a:solidFill>
          <a:ln w="19050">
            <a:solidFill>
              <a:srgbClr val="FFE600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E600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6888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Анализ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ai-service анализирует тональность по ключевым словам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200400"/>
            <a:ext cx="182880" cy="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2011680" cy="3017520"/>
          </a:xfrm>
          <a:prstGeom prst="rect">
            <a:avLst/>
          </a:prstGeom>
          <a:solidFill>
            <a:srgbClr val="111133"/>
          </a:solidFill>
          <a:ln w="19050">
            <a:solidFill>
              <a:srgbClr val="39FF14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9FF14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6344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Реакция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реагируют — диалог и изменение настроения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3200400"/>
            <a:ext cx="182880" cy="0"/>
          </a:xfrm>
          <a:prstGeom prst="line">
            <a:avLst/>
          </a:prstGeom>
          <a:noFill/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858000" y="1737360"/>
            <a:ext cx="2011680" cy="3017520"/>
          </a:xfrm>
          <a:prstGeom prst="rect">
            <a:avLst/>
          </a:prstGeom>
          <a:solidFill>
            <a:srgbClr val="111133"/>
          </a:solidFill>
          <a:ln w="19050">
            <a:solidFill>
              <a:srgbClr val="FF2D78"/>
            </a:solidFill>
            <a:prstDash val="solid"/>
          </a:ln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85800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2D78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85800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Обновление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3108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мира обновляется, настроение видно на полоске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Позитив: победа, успех, рост, радость...      Негатив: война, кризис, провал, катастрофа...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44FFF"/>
          </a:solidFill>
          <a:ln w="12700">
            <a:solidFill>
              <a:srgbClr val="B44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4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ТЕМЫ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Темы разговоров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 их эффект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💝  Доброта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к настроению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82880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Дружба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 к настроению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Успех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 к настроению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182880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8888A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Погода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8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к настроению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Конфликт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 к настроению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68880" y="329184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256032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🗡  Предательство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 к настроению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291840"/>
            <a:ext cx="2011680" cy="1234440"/>
          </a:xfrm>
          <a:prstGeom prst="rect">
            <a:avLst/>
          </a:prstGeom>
          <a:solidFill>
            <a:srgbClr val="111133"/>
          </a:solidFill>
          <a:ln w="1524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75488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  Провал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-25 к настроению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СТЕК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Технологии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проекта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4114800" cy="2926080"/>
          </a:xfrm>
          <a:prstGeom prst="rect">
            <a:avLst/>
          </a:prstGeom>
          <a:solidFill>
            <a:srgbClr val="111133"/>
          </a:solidFill>
          <a:ln w="190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БЭКЕНД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 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62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Boot 3.5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95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AMQP + RabbitMQ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+ Hibernate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Cloud Eureka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Lombok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4114800" cy="2926080"/>
          </a:xfrm>
          <a:prstGeom prst="rect">
            <a:avLst/>
          </a:prstGeom>
          <a:solidFill>
            <a:srgbClr val="111133"/>
          </a:solidFill>
          <a:ln w="1905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 ФРОНТЕНД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62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 + прокси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2095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переменные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Pixel-art стиль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Polling каждые 10 сек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Responsive layout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54864" cy="54864"/>
          </a:xfrm>
          <a:prstGeom prst="rect">
            <a:avLst/>
          </a:prstGeom>
          <a:solidFill>
            <a:srgbClr val="39FF14">
              <a:alpha val="44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731520" y="2926080"/>
            <a:ext cx="54864" cy="54864"/>
          </a:xfrm>
          <a:prstGeom prst="rect">
            <a:avLst/>
          </a:prstGeom>
          <a:solidFill>
            <a:srgbClr val="B44FFF">
              <a:alpha val="23000"/>
            </a:srgbClr>
          </a:solidFill>
          <a:ln w="12700">
            <a:solidFill>
              <a:srgbClr val="B44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54864" cy="54864"/>
          </a:xfrm>
          <a:prstGeom prst="rect">
            <a:avLst/>
          </a:prstGeom>
          <a:solidFill>
            <a:srgbClr val="FFE600">
              <a:alpha val="17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097280" y="2560320"/>
            <a:ext cx="54864" cy="54864"/>
          </a:xfrm>
          <a:prstGeom prst="rect">
            <a:avLst/>
          </a:prstGeom>
          <a:solidFill>
            <a:srgbClr val="FFE600">
              <a:alpha val="27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54864" cy="54864"/>
          </a:xfrm>
          <a:prstGeom prst="rect">
            <a:avLst/>
          </a:prstGeom>
          <a:solidFill>
            <a:srgbClr val="FFE600">
              <a:alpha val="40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463040" y="731520"/>
            <a:ext cx="54864" cy="54864"/>
          </a:xfrm>
          <a:prstGeom prst="rect">
            <a:avLst/>
          </a:prstGeom>
          <a:solidFill>
            <a:srgbClr val="B44FFF">
              <a:alpha val="25000"/>
            </a:srgbClr>
          </a:solidFill>
          <a:ln w="12700">
            <a:solidFill>
              <a:srgbClr val="B44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463040" y="1828800"/>
            <a:ext cx="54864" cy="54864"/>
          </a:xfrm>
          <a:prstGeom prst="rect">
            <a:avLst/>
          </a:prstGeom>
          <a:solidFill>
            <a:srgbClr val="39FF14">
              <a:alpha val="23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463040" y="2926080"/>
            <a:ext cx="54864" cy="54864"/>
          </a:xfrm>
          <a:prstGeom prst="rect">
            <a:avLst/>
          </a:prstGeom>
          <a:solidFill>
            <a:srgbClr val="39FF14">
              <a:alpha val="45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463040" y="3291840"/>
            <a:ext cx="54864" cy="54864"/>
          </a:xfrm>
          <a:prstGeom prst="rect">
            <a:avLst/>
          </a:prstGeom>
          <a:solidFill>
            <a:srgbClr val="00F5FF">
              <a:alpha val="41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828800" y="1828800"/>
            <a:ext cx="54864" cy="54864"/>
          </a:xfrm>
          <a:prstGeom prst="rect">
            <a:avLst/>
          </a:prstGeom>
          <a:solidFill>
            <a:srgbClr val="B44FFF">
              <a:alpha val="34000"/>
            </a:srgbClr>
          </a:solidFill>
          <a:ln w="12700">
            <a:solidFill>
              <a:srgbClr val="B44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828800" y="3657600"/>
            <a:ext cx="54864" cy="54864"/>
          </a:xfrm>
          <a:prstGeom prst="rect">
            <a:avLst/>
          </a:prstGeom>
          <a:solidFill>
            <a:srgbClr val="00F5FF">
              <a:alpha val="32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194560" y="1463040"/>
            <a:ext cx="54864" cy="54864"/>
          </a:xfrm>
          <a:prstGeom prst="rect">
            <a:avLst/>
          </a:prstGeom>
          <a:solidFill>
            <a:srgbClr val="00F5FF">
              <a:alpha val="2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2194560" y="3291840"/>
            <a:ext cx="54864" cy="54864"/>
          </a:xfrm>
          <a:prstGeom prst="rect">
            <a:avLst/>
          </a:prstGeom>
          <a:solidFill>
            <a:srgbClr val="FFE600">
              <a:alpha val="45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2560320" y="365760"/>
            <a:ext cx="54864" cy="54864"/>
          </a:xfrm>
          <a:prstGeom prst="rect">
            <a:avLst/>
          </a:prstGeom>
          <a:solidFill>
            <a:srgbClr val="00F5FF">
              <a:alpha val="27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2560320" y="1463040"/>
            <a:ext cx="54864" cy="54864"/>
          </a:xfrm>
          <a:prstGeom prst="rect">
            <a:avLst/>
          </a:prstGeom>
          <a:solidFill>
            <a:srgbClr val="39FF14">
              <a:alpha val="44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2560320" y="3291840"/>
            <a:ext cx="54864" cy="54864"/>
          </a:xfrm>
          <a:prstGeom prst="rect">
            <a:avLst/>
          </a:prstGeom>
          <a:solidFill>
            <a:srgbClr val="FF2D78">
              <a:alpha val="24000"/>
            </a:srgbClr>
          </a:solidFill>
          <a:ln w="12700">
            <a:solidFill>
              <a:srgbClr val="FF2D7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560320" y="4389120"/>
            <a:ext cx="54864" cy="54864"/>
          </a:xfrm>
          <a:prstGeom prst="rect">
            <a:avLst/>
          </a:prstGeom>
          <a:solidFill>
            <a:srgbClr val="39FF14">
              <a:alpha val="19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2560320" y="4754880"/>
            <a:ext cx="54864" cy="54864"/>
          </a:xfrm>
          <a:prstGeom prst="rect">
            <a:avLst/>
          </a:prstGeom>
          <a:solidFill>
            <a:srgbClr val="FFE600">
              <a:alpha val="39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2926080" y="1097280"/>
            <a:ext cx="54864" cy="54864"/>
          </a:xfrm>
          <a:prstGeom prst="rect">
            <a:avLst/>
          </a:prstGeom>
          <a:solidFill>
            <a:srgbClr val="FF2D78">
              <a:alpha val="37000"/>
            </a:srgbClr>
          </a:solidFill>
          <a:ln w="12700">
            <a:solidFill>
              <a:srgbClr val="FF2D7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2926080" y="4389120"/>
            <a:ext cx="54864" cy="54864"/>
          </a:xfrm>
          <a:prstGeom prst="rect">
            <a:avLst/>
          </a:prstGeom>
          <a:solidFill>
            <a:srgbClr val="39FF14">
              <a:alpha val="25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023360" y="1463040"/>
            <a:ext cx="54864" cy="54864"/>
          </a:xfrm>
          <a:prstGeom prst="rect">
            <a:avLst/>
          </a:prstGeom>
          <a:solidFill>
            <a:srgbClr val="00F5FF">
              <a:alpha val="2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754880" y="731520"/>
            <a:ext cx="54864" cy="54864"/>
          </a:xfrm>
          <a:prstGeom prst="rect">
            <a:avLst/>
          </a:prstGeom>
          <a:solidFill>
            <a:srgbClr val="00F5FF">
              <a:alpha val="2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54864" cy="54864"/>
          </a:xfrm>
          <a:prstGeom prst="rect">
            <a:avLst/>
          </a:prstGeom>
          <a:solidFill>
            <a:srgbClr val="39FF14">
              <a:alpha val="25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120640" y="3657600"/>
            <a:ext cx="54864" cy="54864"/>
          </a:xfrm>
          <a:prstGeom prst="rect">
            <a:avLst/>
          </a:prstGeom>
          <a:solidFill>
            <a:srgbClr val="FFE600">
              <a:alpha val="22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5486400" y="1097280"/>
            <a:ext cx="54864" cy="54864"/>
          </a:xfrm>
          <a:prstGeom prst="rect">
            <a:avLst/>
          </a:prstGeom>
          <a:solidFill>
            <a:srgbClr val="39FF14">
              <a:alpha val="16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486400" y="4023360"/>
            <a:ext cx="54864" cy="54864"/>
          </a:xfrm>
          <a:prstGeom prst="rect">
            <a:avLst/>
          </a:prstGeom>
          <a:solidFill>
            <a:srgbClr val="FFE600">
              <a:alpha val="26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5852160" y="2560320"/>
            <a:ext cx="54864" cy="54864"/>
          </a:xfrm>
          <a:prstGeom prst="rect">
            <a:avLst/>
          </a:prstGeom>
          <a:solidFill>
            <a:srgbClr val="FFE600">
              <a:alpha val="17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5852160" y="4754880"/>
            <a:ext cx="54864" cy="54864"/>
          </a:xfrm>
          <a:prstGeom prst="rect">
            <a:avLst/>
          </a:prstGeom>
          <a:solidFill>
            <a:srgbClr val="B44FFF">
              <a:alpha val="27000"/>
            </a:srgbClr>
          </a:solidFill>
          <a:ln w="12700">
            <a:solidFill>
              <a:srgbClr val="B44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6217920" y="0"/>
            <a:ext cx="54864" cy="54864"/>
          </a:xfrm>
          <a:prstGeom prst="rect">
            <a:avLst/>
          </a:prstGeom>
          <a:solidFill>
            <a:srgbClr val="FF2D78">
              <a:alpha val="30000"/>
            </a:srgbClr>
          </a:solidFill>
          <a:ln w="12700">
            <a:solidFill>
              <a:srgbClr val="FF2D7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6217920" y="731520"/>
            <a:ext cx="54864" cy="54864"/>
          </a:xfrm>
          <a:prstGeom prst="rect">
            <a:avLst/>
          </a:prstGeom>
          <a:solidFill>
            <a:srgbClr val="B44FFF">
              <a:alpha val="45000"/>
            </a:srgbClr>
          </a:solidFill>
          <a:ln w="12700">
            <a:solidFill>
              <a:srgbClr val="B44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583680" y="3657600"/>
            <a:ext cx="54864" cy="54864"/>
          </a:xfrm>
          <a:prstGeom prst="rect">
            <a:avLst/>
          </a:prstGeom>
          <a:solidFill>
            <a:srgbClr val="39FF14">
              <a:alpha val="33000"/>
            </a:srgbClr>
          </a:solidFill>
          <a:ln w="12700">
            <a:solidFill>
              <a:srgbClr val="39FF1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8046720" y="2194560"/>
            <a:ext cx="54864" cy="54864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8046720" y="2560320"/>
            <a:ext cx="54864" cy="54864"/>
          </a:xfrm>
          <a:prstGeom prst="rect">
            <a:avLst/>
          </a:prstGeom>
          <a:solidFill>
            <a:srgbClr val="00F5FF">
              <a:alpha val="23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8412480" y="0"/>
            <a:ext cx="54864" cy="54864"/>
          </a:xfrm>
          <a:prstGeom prst="rect">
            <a:avLst/>
          </a:prstGeom>
          <a:solidFill>
            <a:srgbClr val="00F5FF">
              <a:alpha val="16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8412480" y="2194560"/>
            <a:ext cx="54864" cy="54864"/>
          </a:xfrm>
          <a:prstGeom prst="rect">
            <a:avLst/>
          </a:prstGeom>
          <a:solidFill>
            <a:srgbClr val="FFE600">
              <a:alpha val="34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8412480" y="4389120"/>
            <a:ext cx="54864" cy="54864"/>
          </a:xfrm>
          <a:prstGeom prst="rect">
            <a:avLst/>
          </a:prstGeom>
          <a:solidFill>
            <a:srgbClr val="FFE600">
              <a:alpha val="20000"/>
            </a:srgbClr>
          </a:solidFill>
          <a:ln w="12700">
            <a:solidFill>
              <a:srgbClr val="FFE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12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СПАСИБО</a:t>
            </a:r>
            <a:endParaRPr lang="en-US" sz="8000" dirty="0"/>
          </a:p>
        </p:txBody>
      </p:sp>
      <p:sp>
        <p:nvSpPr>
          <p:cNvPr id="39" name="Text 37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внимание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2286000" y="3108960"/>
            <a:ext cx="4572000" cy="640080"/>
          </a:xfrm>
          <a:prstGeom prst="rect">
            <a:avLst/>
          </a:prstGeom>
          <a:solidFill>
            <a:srgbClr val="111133"/>
          </a:solidFill>
          <a:ln w="1905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228600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github.com/theT0Rnado/my-little-agent-world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14400" y="4114800"/>
            <a:ext cx="1280160" cy="731520"/>
          </a:xfrm>
          <a:prstGeom prst="rect">
            <a:avLst/>
          </a:prstGeom>
          <a:solidFill>
            <a:srgbClr val="39FF14">
              <a:alpha val="20000"/>
            </a:srgbClr>
          </a:solidFill>
          <a:ln w="1905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14400" y="4206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31920" y="4114800"/>
            <a:ext cx="1280160" cy="731520"/>
          </a:xfrm>
          <a:prstGeom prst="rect">
            <a:avLst/>
          </a:prstGeom>
          <a:solidFill>
            <a:srgbClr val="00F5FF">
              <a:alpha val="20000"/>
            </a:srgbClr>
          </a:solidFill>
          <a:ln w="1905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3931920" y="4206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4114800"/>
            <a:ext cx="1280160" cy="731520"/>
          </a:xfrm>
          <a:prstGeom prst="rect">
            <a:avLst/>
          </a:prstGeom>
          <a:solidFill>
            <a:srgbClr val="B44FFF">
              <a:alpha val="20000"/>
            </a:srgbClr>
          </a:solidFill>
          <a:ln w="19050">
            <a:solidFill>
              <a:srgbClr val="B44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6949440" y="4206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328</Words>
  <Application>Microsoft Office PowerPoint</Application>
  <PresentationFormat>Экран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Little Agent World</dc:title>
  <dc:subject>PptxGenJS Presentation</dc:subject>
  <dc:creator>PptxGenJS</dc:creator>
  <cp:lastModifiedBy>Дмитрий Тарасенко</cp:lastModifiedBy>
  <cp:revision>2</cp:revision>
  <dcterms:created xsi:type="dcterms:W3CDTF">2026-02-18T08:15:03Z</dcterms:created>
  <dcterms:modified xsi:type="dcterms:W3CDTF">2026-02-18T09:43:59Z</dcterms:modified>
</cp:coreProperties>
</file>